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FDD1A6-2D1D-44DA-B609-E5CD3744F60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479B7A-B31F-46C7-8AFD-BBCABB4B9C7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62ED37-AA80-43F4-89A7-5A563951D6B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6F2B9D-4347-489B-B17E-056E1A29D7E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41EE3A-CF59-452D-87AF-252B9AC94E4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B9AEC3-4B47-4989-AE7F-A54A966DD20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9BD580-0F00-44E8-BBCB-9D9058FCB5A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326052-0E31-4EAE-A33D-6782B081A5F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03C87F-E50B-4371-8C0D-0148F32BB75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30D5D6-5937-4827-BEEC-3190AE4393F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8ED797-07FD-481B-9547-4FEF50483B4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xv6 pgtbl lab - practical notes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 1 - ugetpid, no fluff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Goal: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Remove syscall overhead for frequent PID reads.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USYSCALL meaning: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USYSCALL is a fixed user virtual address.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 maps one read-only page there per process.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That page stores tiny shared data (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struct usyscall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), mainly pid.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100440" y="914400"/>
            <a:ext cx="9043560" cy="55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to do by file: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kernel/memlayout.h Define USYSCALL address and struct usyscall layout.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kernel/proc.h Add field in process struct to own that page pointer.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kernel/proc.c Allocate page on proc setup, write pid, map with user read-only flags, then unmap and free in teardown.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user/ulib.c Implement ugetpid() as direct memory read from USYSCALL.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user/user.h Add prototype so user programs compile.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 check: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getpid() equals ugetpid() in pgtbltest parent/child loops.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 2 - vmprint and pte introspection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Goal: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 actual mappings when debugging; stop guessing.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to do by file: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kernel/vm.c Implement recursive Sv39 walk printer and keep level-aware behavior for mapping lookup.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kernel/sysproc.c Add syscall handlers used by tests (print page table, query pte).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kernel/syscall.h Reserve syscall IDs.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228600" y="1143000"/>
            <a:ext cx="8915400" cy="388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kernel/syscall.c Wire handlers into dispatch table.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user/user.h Expose wrappers for kpgtbl and pgpte.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user/pgtbltest.c Use as behavior spec for expected output and checks.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 check: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print_kpgtbl test passes with expected tree output.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 3 - superpages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94932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Цель: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Добавить 2MB superpages и не сломать обычный 4KB путь.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Что делать по файлам: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kernel/riscv.h Ввести SUPERPGSIZE и макросы выравнивания.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kernel/kalloc.c Сделать отдельный 2MB аллокатор (superalloc/superfree) и правильно выделить диапазон физпамяти.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kernel/vm.c : ну погнали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228600" y="685800"/>
            <a:ext cx="89154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uvmalloc: если адрес/размер подходят, маппить superpage.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walkaddr: корректно считать оффсет для leaf на уровне L1.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uvmunmap: уметь частично освобождать superpage (демоут в L0).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uvmcopy: на fork корректно копировать 2MB регионы.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Критерий успеха: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Оба superpage теста проходят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2026-04-17T17:03:45Z</dcterms:created>
  <dc:creator/>
  <dc:description/>
  <dc:language>en-US</dc:language>
  <cp:lastModifiedBy/>
  <dcterms:modified xsi:type="dcterms:W3CDTF">2026-04-17T22:09:23Z</dcterms:modified>
  <cp:revision>5</cp:revision>
  <dc:subject/>
  <dc:title/>
</cp:coreProperties>
</file>